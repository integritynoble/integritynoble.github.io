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3E7C-723F-4050-9D6C-CB74864DF14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AC80-35F3-4A5D-8025-9E5E433E2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70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3E7C-723F-4050-9D6C-CB74864DF14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AC80-35F3-4A5D-8025-9E5E433E2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6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3E7C-723F-4050-9D6C-CB74864DF14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AC80-35F3-4A5D-8025-9E5E433E2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410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3E7C-723F-4050-9D6C-CB74864DF14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AC80-35F3-4A5D-8025-9E5E433E2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350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3E7C-723F-4050-9D6C-CB74864DF14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AC80-35F3-4A5D-8025-9E5E433E2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90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3E7C-723F-4050-9D6C-CB74864DF14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AC80-35F3-4A5D-8025-9E5E433E2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658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3E7C-723F-4050-9D6C-CB74864DF14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AC80-35F3-4A5D-8025-9E5E433E2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40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3E7C-723F-4050-9D6C-CB74864DF14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AC80-35F3-4A5D-8025-9E5E433E2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92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3E7C-723F-4050-9D6C-CB74864DF14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AC80-35F3-4A5D-8025-9E5E433E2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06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3E7C-723F-4050-9D6C-CB74864DF14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AC80-35F3-4A5D-8025-9E5E433E2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3E7C-723F-4050-9D6C-CB74864DF14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0AC80-35F3-4A5D-8025-9E5E433E2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67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13E7C-723F-4050-9D6C-CB74864DF14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0AC80-35F3-4A5D-8025-9E5E433E2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58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991" y="1530526"/>
            <a:ext cx="4085590" cy="2480310"/>
          </a:xfrm>
          <a:prstGeom prst="rect">
            <a:avLst/>
          </a:prstGeom>
          <a:noFill/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5" t="10683" r="12920" b="47090"/>
          <a:stretch/>
        </p:blipFill>
        <p:spPr>
          <a:xfrm>
            <a:off x="375138" y="1530526"/>
            <a:ext cx="7308812" cy="268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9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05" y="1254795"/>
            <a:ext cx="3758323" cy="5011097"/>
          </a:xfrm>
          <a:prstGeom prst="rect">
            <a:avLst/>
          </a:prstGeom>
          <a:effectLst>
            <a:softEdge rad="101600"/>
          </a:effec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819" y="1254795"/>
            <a:ext cx="3588840" cy="269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819" y="3950677"/>
            <a:ext cx="3598831" cy="2315215"/>
          </a:xfrm>
          <a:prstGeom prst="rect">
            <a:avLst/>
          </a:prstGeom>
          <a:effectLst>
            <a:softEdge rad="76200"/>
          </a:effectLst>
        </p:spPr>
      </p:pic>
    </p:spTree>
    <p:extLst>
      <p:ext uri="{BB962C8B-B14F-4D97-AF65-F5344CB8AC3E}">
        <p14:creationId xmlns:p14="http://schemas.microsoft.com/office/powerpoint/2010/main" val="1311705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Chengshuai Yang</dc:creator>
  <cp:lastModifiedBy>Chengshuai Yang</cp:lastModifiedBy>
  <cp:revision>3</cp:revision>
  <dcterms:created xsi:type="dcterms:W3CDTF">2019-11-24T09:41:35Z</dcterms:created>
  <dcterms:modified xsi:type="dcterms:W3CDTF">2019-11-25T01:06:25Z</dcterms:modified>
</cp:coreProperties>
</file>