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39D87-7674-4AF2-86D5-C04A747AB4B3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ECC05-D707-4B65-BDEE-353543075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70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9C0D1B-DDDF-4D8F-94F8-553C1192C4D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83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38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30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50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01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48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76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14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58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0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4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88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57B34-90E3-45BE-85BE-607488ED7F80}" type="datetimeFigureOut">
              <a:rPr lang="zh-CN" altLang="en-US" smtClean="0"/>
              <a:t>2019/11/24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215A9-D815-4A9F-9ED3-B7FD22D380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40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09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31505" y="836712"/>
            <a:ext cx="8740913" cy="4722592"/>
            <a:chOff x="179512" y="836344"/>
            <a:chExt cx="8740913" cy="4722592"/>
          </a:xfrm>
        </p:grpSpPr>
        <p:sp>
          <p:nvSpPr>
            <p:cNvPr id="427" name="平行四边形 426"/>
            <p:cNvSpPr/>
            <p:nvPr/>
          </p:nvSpPr>
          <p:spPr>
            <a:xfrm rot="21432551">
              <a:off x="7638616" y="1193311"/>
              <a:ext cx="1064568" cy="331127"/>
            </a:xfrm>
            <a:prstGeom prst="parallelogram">
              <a:avLst>
                <a:gd name="adj" fmla="val 152660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平行四边形 427"/>
            <p:cNvSpPr/>
            <p:nvPr/>
          </p:nvSpPr>
          <p:spPr>
            <a:xfrm rot="21432551">
              <a:off x="7646286" y="4647534"/>
              <a:ext cx="1064568" cy="331127"/>
            </a:xfrm>
            <a:prstGeom prst="parallelogram">
              <a:avLst>
                <a:gd name="adj" fmla="val 152660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立方体 428"/>
            <p:cNvSpPr/>
            <p:nvPr/>
          </p:nvSpPr>
          <p:spPr>
            <a:xfrm>
              <a:off x="184518" y="2792256"/>
              <a:ext cx="648072" cy="621438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立方体 429"/>
            <p:cNvSpPr/>
            <p:nvPr/>
          </p:nvSpPr>
          <p:spPr>
            <a:xfrm>
              <a:off x="2675193" y="962045"/>
              <a:ext cx="648072" cy="621438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立方体 430"/>
            <p:cNvSpPr/>
            <p:nvPr/>
          </p:nvSpPr>
          <p:spPr>
            <a:xfrm>
              <a:off x="2675209" y="2206950"/>
              <a:ext cx="648072" cy="621438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立方体 431"/>
            <p:cNvSpPr/>
            <p:nvPr/>
          </p:nvSpPr>
          <p:spPr>
            <a:xfrm>
              <a:off x="2675209" y="4429078"/>
              <a:ext cx="648072" cy="621438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立方体 432"/>
            <p:cNvSpPr/>
            <p:nvPr/>
          </p:nvSpPr>
          <p:spPr>
            <a:xfrm>
              <a:off x="4206718" y="4435121"/>
              <a:ext cx="648072" cy="621438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流程图: 决策 433"/>
            <p:cNvSpPr>
              <a:spLocks noChangeAspect="1"/>
            </p:cNvSpPr>
            <p:nvPr/>
          </p:nvSpPr>
          <p:spPr>
            <a:xfrm rot="20196800">
              <a:off x="4759123" y="4502736"/>
              <a:ext cx="67949" cy="288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流程图: 决策 434"/>
            <p:cNvSpPr>
              <a:spLocks noChangeAspect="1"/>
            </p:cNvSpPr>
            <p:nvPr/>
          </p:nvSpPr>
          <p:spPr>
            <a:xfrm rot="20196800">
              <a:off x="4201609" y="4541257"/>
              <a:ext cx="101923" cy="432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流程图: 决策 435"/>
            <p:cNvSpPr>
              <a:spLocks noChangeAspect="1"/>
            </p:cNvSpPr>
            <p:nvPr/>
          </p:nvSpPr>
          <p:spPr>
            <a:xfrm rot="20196800">
              <a:off x="4494207" y="4541257"/>
              <a:ext cx="101923" cy="432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平行四边形 436"/>
            <p:cNvSpPr/>
            <p:nvPr/>
          </p:nvSpPr>
          <p:spPr>
            <a:xfrm rot="18980589">
              <a:off x="4620247" y="4590344"/>
              <a:ext cx="365791" cy="310991"/>
            </a:xfrm>
            <a:prstGeom prst="parallelogram">
              <a:avLst>
                <a:gd name="adj" fmla="val 10189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scene3d>
              <a:camera prst="orthographicFront">
                <a:rot lat="0" lon="0" rev="84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流程图: 决策 437"/>
            <p:cNvSpPr>
              <a:spLocks noChangeAspect="1"/>
            </p:cNvSpPr>
            <p:nvPr/>
          </p:nvSpPr>
          <p:spPr>
            <a:xfrm rot="20196800">
              <a:off x="4730394" y="4503282"/>
              <a:ext cx="67949" cy="288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矩形 438"/>
            <p:cNvSpPr/>
            <p:nvPr/>
          </p:nvSpPr>
          <p:spPr>
            <a:xfrm>
              <a:off x="4203021" y="4580777"/>
              <a:ext cx="53595" cy="48299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矩形 439"/>
            <p:cNvSpPr/>
            <p:nvPr/>
          </p:nvSpPr>
          <p:spPr>
            <a:xfrm>
              <a:off x="4495571" y="4580777"/>
              <a:ext cx="53595" cy="48299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流程图: 决策 440"/>
            <p:cNvSpPr>
              <a:spLocks noChangeAspect="1"/>
            </p:cNvSpPr>
            <p:nvPr/>
          </p:nvSpPr>
          <p:spPr>
            <a:xfrm rot="20196800">
              <a:off x="4394004" y="4429326"/>
              <a:ext cx="101923" cy="432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流程图: 决策 441"/>
            <p:cNvSpPr>
              <a:spLocks noChangeAspect="1"/>
            </p:cNvSpPr>
            <p:nvPr/>
          </p:nvSpPr>
          <p:spPr>
            <a:xfrm rot="20196800">
              <a:off x="4701736" y="4434531"/>
              <a:ext cx="67949" cy="288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流程图: 决策 442"/>
            <p:cNvSpPr>
              <a:spLocks noChangeAspect="1"/>
            </p:cNvSpPr>
            <p:nvPr/>
          </p:nvSpPr>
          <p:spPr>
            <a:xfrm rot="20196800">
              <a:off x="4420802" y="4496082"/>
              <a:ext cx="101923" cy="432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平行四边形 443"/>
            <p:cNvSpPr/>
            <p:nvPr/>
          </p:nvSpPr>
          <p:spPr>
            <a:xfrm rot="18980589">
              <a:off x="4630434" y="1066986"/>
              <a:ext cx="403160" cy="330114"/>
            </a:xfrm>
            <a:prstGeom prst="parallelogram">
              <a:avLst>
                <a:gd name="adj" fmla="val 10189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scene3d>
              <a:camera prst="orthographicFront">
                <a:rot lat="0" lon="0" rev="84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5" name="组合 444"/>
            <p:cNvGrpSpPr/>
            <p:nvPr/>
          </p:nvGrpSpPr>
          <p:grpSpPr>
            <a:xfrm>
              <a:off x="4199954" y="962526"/>
              <a:ext cx="725146" cy="639382"/>
              <a:chOff x="3820361" y="1214901"/>
              <a:chExt cx="725146" cy="639382"/>
            </a:xfrm>
          </p:grpSpPr>
          <p:sp>
            <p:nvSpPr>
              <p:cNvPr id="843" name="立方体 842"/>
              <p:cNvSpPr/>
              <p:nvPr/>
            </p:nvSpPr>
            <p:spPr>
              <a:xfrm>
                <a:off x="3827024" y="1223386"/>
                <a:ext cx="648072" cy="621438"/>
              </a:xfrm>
              <a:prstGeom prst="cub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4" name="矩形 843"/>
              <p:cNvSpPr/>
              <p:nvPr/>
            </p:nvSpPr>
            <p:spPr>
              <a:xfrm>
                <a:off x="4024800" y="1368000"/>
                <a:ext cx="53595" cy="48299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5" name="流程图: 决策 844"/>
              <p:cNvSpPr>
                <a:spLocks noChangeAspect="1"/>
              </p:cNvSpPr>
              <p:nvPr/>
            </p:nvSpPr>
            <p:spPr>
              <a:xfrm rot="20196800">
                <a:off x="4028400" y="1323894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7" name="矩形 846"/>
              <p:cNvSpPr/>
              <p:nvPr/>
            </p:nvSpPr>
            <p:spPr>
              <a:xfrm>
                <a:off x="3821038" y="1368000"/>
                <a:ext cx="53595" cy="48299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8" name="流程图: 决策 847"/>
              <p:cNvSpPr>
                <a:spLocks noChangeAspect="1"/>
              </p:cNvSpPr>
              <p:nvPr/>
            </p:nvSpPr>
            <p:spPr>
              <a:xfrm rot="20196800">
                <a:off x="3820361" y="1323895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9" name="矩形 848"/>
              <p:cNvSpPr/>
              <p:nvPr/>
            </p:nvSpPr>
            <p:spPr>
              <a:xfrm>
                <a:off x="4233690" y="1371286"/>
                <a:ext cx="90935" cy="48299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" name="流程图: 决策 849"/>
              <p:cNvSpPr>
                <a:spLocks noChangeAspect="1"/>
              </p:cNvSpPr>
              <p:nvPr/>
            </p:nvSpPr>
            <p:spPr>
              <a:xfrm rot="20196800">
                <a:off x="4286031" y="1325816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3" name="流程图: 决策 852"/>
              <p:cNvSpPr>
                <a:spLocks noChangeAspect="1"/>
              </p:cNvSpPr>
              <p:nvPr/>
            </p:nvSpPr>
            <p:spPr>
              <a:xfrm rot="20196800">
                <a:off x="4231321" y="1323896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4" name="流程图: 决策 853"/>
              <p:cNvSpPr>
                <a:spLocks noChangeAspect="1"/>
              </p:cNvSpPr>
              <p:nvPr/>
            </p:nvSpPr>
            <p:spPr>
              <a:xfrm rot="20196800">
                <a:off x="4281415" y="1319232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5" name="流程图: 决策 854"/>
              <p:cNvSpPr>
                <a:spLocks noChangeAspect="1"/>
              </p:cNvSpPr>
              <p:nvPr/>
            </p:nvSpPr>
            <p:spPr>
              <a:xfrm rot="20196800">
                <a:off x="4240899" y="1319232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6" name="流程图: 决策 855"/>
              <p:cNvSpPr>
                <a:spLocks noChangeAspect="1"/>
              </p:cNvSpPr>
              <p:nvPr/>
            </p:nvSpPr>
            <p:spPr>
              <a:xfrm rot="20196800">
                <a:off x="4383721" y="1214901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7" name="流程图: 决策 856"/>
              <p:cNvSpPr>
                <a:spLocks noChangeAspect="1"/>
              </p:cNvSpPr>
              <p:nvPr/>
            </p:nvSpPr>
            <p:spPr>
              <a:xfrm rot="20196800">
                <a:off x="4002444" y="1214902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8" name="流程图: 决策 857"/>
              <p:cNvSpPr>
                <a:spLocks noChangeAspect="1"/>
              </p:cNvSpPr>
              <p:nvPr/>
            </p:nvSpPr>
            <p:spPr>
              <a:xfrm rot="20196800">
                <a:off x="4169078" y="1259498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9" name="平行四边形 858"/>
              <p:cNvSpPr/>
              <p:nvPr/>
            </p:nvSpPr>
            <p:spPr>
              <a:xfrm rot="18980589">
                <a:off x="4142347" y="1422798"/>
                <a:ext cx="403160" cy="330114"/>
              </a:xfrm>
              <a:prstGeom prst="parallelogram">
                <a:avLst>
                  <a:gd name="adj" fmla="val 101898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scene3d>
                <a:camera prst="orthographicFront">
                  <a:rot lat="0" lon="0" rev="84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46" name="平行四边形 445"/>
            <p:cNvSpPr>
              <a:spLocks noChangeAspect="1"/>
            </p:cNvSpPr>
            <p:nvPr/>
          </p:nvSpPr>
          <p:spPr>
            <a:xfrm rot="18980589">
              <a:off x="4645211" y="1060458"/>
              <a:ext cx="398441" cy="338750"/>
            </a:xfrm>
            <a:prstGeom prst="parallelogram">
              <a:avLst>
                <a:gd name="adj" fmla="val 10189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  <a:scene3d>
              <a:camera prst="orthographicFront">
                <a:rot lat="0" lon="0" rev="84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立方体 446"/>
            <p:cNvSpPr/>
            <p:nvPr/>
          </p:nvSpPr>
          <p:spPr>
            <a:xfrm rot="19683009">
              <a:off x="5922318" y="836344"/>
              <a:ext cx="821959" cy="872840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scene3d>
              <a:camera prst="isometricBottom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8" name="组合 447"/>
            <p:cNvGrpSpPr/>
            <p:nvPr/>
          </p:nvGrpSpPr>
          <p:grpSpPr>
            <a:xfrm>
              <a:off x="5819160" y="944045"/>
              <a:ext cx="1124959" cy="656835"/>
              <a:chOff x="5573631" y="1228073"/>
              <a:chExt cx="1124959" cy="656835"/>
            </a:xfrm>
          </p:grpSpPr>
          <p:sp>
            <p:nvSpPr>
              <p:cNvPr id="759" name="平行四边形 758"/>
              <p:cNvSpPr>
                <a:spLocks noChangeAspect="1"/>
              </p:cNvSpPr>
              <p:nvPr/>
            </p:nvSpPr>
            <p:spPr>
              <a:xfrm>
                <a:off x="5842483" y="1362737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0" name="平行四边形 759"/>
              <p:cNvSpPr>
                <a:spLocks noChangeAspect="1"/>
              </p:cNvSpPr>
              <p:nvPr/>
            </p:nvSpPr>
            <p:spPr>
              <a:xfrm>
                <a:off x="5573631" y="1398908"/>
                <a:ext cx="324000" cy="486000"/>
              </a:xfrm>
              <a:prstGeom prst="parallelogram">
                <a:avLst>
                  <a:gd name="adj" fmla="val 82045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5" name="平行四边形 764"/>
              <p:cNvSpPr>
                <a:spLocks noChangeAspect="1"/>
              </p:cNvSpPr>
              <p:nvPr/>
            </p:nvSpPr>
            <p:spPr>
              <a:xfrm>
                <a:off x="6050031" y="1351470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6" name="平行四边形 765"/>
              <p:cNvSpPr>
                <a:spLocks noChangeAspect="1"/>
              </p:cNvSpPr>
              <p:nvPr/>
            </p:nvSpPr>
            <p:spPr>
              <a:xfrm>
                <a:off x="5779711" y="1393511"/>
                <a:ext cx="324000" cy="486000"/>
              </a:xfrm>
              <a:prstGeom prst="parallelogram">
                <a:avLst>
                  <a:gd name="adj" fmla="val 82045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6" name="平行四边形 775"/>
              <p:cNvSpPr>
                <a:spLocks noChangeAspect="1"/>
              </p:cNvSpPr>
              <p:nvPr/>
            </p:nvSpPr>
            <p:spPr>
              <a:xfrm>
                <a:off x="6245648" y="1352194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4" name="平行四边形 783"/>
              <p:cNvSpPr>
                <a:spLocks noChangeAspect="1"/>
              </p:cNvSpPr>
              <p:nvPr/>
            </p:nvSpPr>
            <p:spPr>
              <a:xfrm>
                <a:off x="6300796" y="1355237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5" name="平行四边形 784"/>
              <p:cNvSpPr>
                <a:spLocks noChangeAspect="1"/>
              </p:cNvSpPr>
              <p:nvPr/>
            </p:nvSpPr>
            <p:spPr>
              <a:xfrm>
                <a:off x="6031944" y="1393200"/>
                <a:ext cx="324000" cy="486000"/>
              </a:xfrm>
              <a:prstGeom prst="parallelogram">
                <a:avLst>
                  <a:gd name="adj" fmla="val 82045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4" name="平行四边形 833"/>
              <p:cNvSpPr>
                <a:spLocks noChangeAspect="1"/>
              </p:cNvSpPr>
              <p:nvPr/>
            </p:nvSpPr>
            <p:spPr>
              <a:xfrm>
                <a:off x="5976796" y="1393200"/>
                <a:ext cx="324000" cy="486000"/>
              </a:xfrm>
              <a:prstGeom prst="parallelogram">
                <a:avLst>
                  <a:gd name="adj" fmla="val 82045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5" name="平行四边形 834"/>
              <p:cNvSpPr/>
              <p:nvPr/>
            </p:nvSpPr>
            <p:spPr>
              <a:xfrm rot="19922009">
                <a:off x="5981865" y="1473713"/>
                <a:ext cx="516143" cy="299776"/>
              </a:xfrm>
              <a:prstGeom prst="parallelogram">
                <a:avLst>
                  <a:gd name="adj" fmla="val 150770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6" name="平行四边形 835"/>
              <p:cNvSpPr/>
              <p:nvPr/>
            </p:nvSpPr>
            <p:spPr>
              <a:xfrm rot="19922009">
                <a:off x="6182447" y="1336138"/>
                <a:ext cx="516143" cy="299776"/>
              </a:xfrm>
              <a:prstGeom prst="parallelogram">
                <a:avLst>
                  <a:gd name="adj" fmla="val 150770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7" name="平行四边形 836"/>
              <p:cNvSpPr>
                <a:spLocks noChangeAspect="1"/>
              </p:cNvSpPr>
              <p:nvPr/>
            </p:nvSpPr>
            <p:spPr>
              <a:xfrm>
                <a:off x="6494416" y="1228073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9" name="平行四边形 838"/>
              <p:cNvSpPr>
                <a:spLocks noChangeAspect="1"/>
              </p:cNvSpPr>
              <p:nvPr/>
            </p:nvSpPr>
            <p:spPr>
              <a:xfrm>
                <a:off x="6239936" y="1278641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1" name="平行四边形 840"/>
              <p:cNvSpPr>
                <a:spLocks noChangeAspect="1"/>
              </p:cNvSpPr>
              <p:nvPr/>
            </p:nvSpPr>
            <p:spPr>
              <a:xfrm>
                <a:off x="6088817" y="1239767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9" name="组合 448"/>
            <p:cNvGrpSpPr/>
            <p:nvPr/>
          </p:nvGrpSpPr>
          <p:grpSpPr>
            <a:xfrm>
              <a:off x="4201609" y="2131158"/>
              <a:ext cx="771348" cy="652887"/>
              <a:chOff x="3739654" y="2405914"/>
              <a:chExt cx="771348" cy="652887"/>
            </a:xfrm>
          </p:grpSpPr>
          <p:sp>
            <p:nvSpPr>
              <p:cNvPr id="726" name="立方体 725"/>
              <p:cNvSpPr/>
              <p:nvPr/>
            </p:nvSpPr>
            <p:spPr>
              <a:xfrm>
                <a:off x="3739654" y="2420888"/>
                <a:ext cx="648072" cy="621438"/>
              </a:xfrm>
              <a:prstGeom prst="cub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7" name="矩形 726"/>
              <p:cNvSpPr/>
              <p:nvPr/>
            </p:nvSpPr>
            <p:spPr>
              <a:xfrm>
                <a:off x="3826800" y="2563371"/>
                <a:ext cx="53595" cy="48299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8" name="矩形 727"/>
              <p:cNvSpPr/>
              <p:nvPr/>
            </p:nvSpPr>
            <p:spPr>
              <a:xfrm>
                <a:off x="4096000" y="2575804"/>
                <a:ext cx="53595" cy="48299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9" name="流程图: 决策 728"/>
              <p:cNvSpPr>
                <a:spLocks noChangeAspect="1"/>
              </p:cNvSpPr>
              <p:nvPr/>
            </p:nvSpPr>
            <p:spPr>
              <a:xfrm rot="20196800">
                <a:off x="4245880" y="2486021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30" name="流程图: 决策 729"/>
              <p:cNvSpPr>
                <a:spLocks noChangeAspect="1"/>
              </p:cNvSpPr>
              <p:nvPr/>
            </p:nvSpPr>
            <p:spPr>
              <a:xfrm rot="20196800">
                <a:off x="4221120" y="2486022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4" name="流程图: 决策 753"/>
              <p:cNvSpPr>
                <a:spLocks noChangeAspect="1"/>
              </p:cNvSpPr>
              <p:nvPr/>
            </p:nvSpPr>
            <p:spPr>
              <a:xfrm rot="20196800">
                <a:off x="3853494" y="2405914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5" name="流程图: 决策 754"/>
              <p:cNvSpPr>
                <a:spLocks noChangeAspect="1"/>
              </p:cNvSpPr>
              <p:nvPr/>
            </p:nvSpPr>
            <p:spPr>
              <a:xfrm rot="20196800">
                <a:off x="3937455" y="2465328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6" name="流程图: 决策 755"/>
              <p:cNvSpPr>
                <a:spLocks noChangeAspect="1"/>
              </p:cNvSpPr>
              <p:nvPr/>
            </p:nvSpPr>
            <p:spPr>
              <a:xfrm rot="20196800">
                <a:off x="3825559" y="2519285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7" name="流程图: 决策 756"/>
              <p:cNvSpPr>
                <a:spLocks noChangeAspect="1"/>
              </p:cNvSpPr>
              <p:nvPr/>
            </p:nvSpPr>
            <p:spPr>
              <a:xfrm rot="20196800">
                <a:off x="4092405" y="2526075"/>
                <a:ext cx="101923" cy="43200"/>
              </a:xfrm>
              <a:prstGeom prst="flowChartDecision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8" name="平行四边形 757"/>
              <p:cNvSpPr/>
              <p:nvPr/>
            </p:nvSpPr>
            <p:spPr>
              <a:xfrm rot="18980589">
                <a:off x="4145211" y="2571971"/>
                <a:ext cx="365791" cy="310991"/>
              </a:xfrm>
              <a:prstGeom prst="parallelogram">
                <a:avLst>
                  <a:gd name="adj" fmla="val 101898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  <a:scene3d>
                <a:camera prst="orthographicFront">
                  <a:rot lat="0" lon="0" rev="84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0" name="流程图: 决策 449"/>
            <p:cNvSpPr>
              <a:spLocks noChangeAspect="1"/>
            </p:cNvSpPr>
            <p:nvPr/>
          </p:nvSpPr>
          <p:spPr>
            <a:xfrm rot="20196800">
              <a:off x="4630296" y="2130731"/>
              <a:ext cx="101923" cy="43200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立方体 450"/>
            <p:cNvSpPr/>
            <p:nvPr/>
          </p:nvSpPr>
          <p:spPr>
            <a:xfrm rot="19683009">
              <a:off x="5896089" y="1991894"/>
              <a:ext cx="821959" cy="872840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scene3d>
              <a:camera prst="isometricBottom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平行四边形 451"/>
            <p:cNvSpPr>
              <a:spLocks noChangeAspect="1"/>
            </p:cNvSpPr>
            <p:nvPr/>
          </p:nvSpPr>
          <p:spPr>
            <a:xfrm>
              <a:off x="5906759" y="2263670"/>
              <a:ext cx="324000" cy="486000"/>
            </a:xfrm>
            <a:prstGeom prst="parallelogram">
              <a:avLst>
                <a:gd name="adj" fmla="val 8204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平行四边形 452"/>
            <p:cNvSpPr>
              <a:spLocks noChangeAspect="1"/>
            </p:cNvSpPr>
            <p:nvPr/>
          </p:nvSpPr>
          <p:spPr>
            <a:xfrm>
              <a:off x="6143639" y="2261863"/>
              <a:ext cx="324000" cy="486000"/>
            </a:xfrm>
            <a:prstGeom prst="parallelogram">
              <a:avLst>
                <a:gd name="adj" fmla="val 8204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平行四边形 453"/>
            <p:cNvSpPr>
              <a:spLocks noChangeAspect="1"/>
            </p:cNvSpPr>
            <p:nvPr/>
          </p:nvSpPr>
          <p:spPr>
            <a:xfrm>
              <a:off x="6174333" y="222767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平行四边形 454"/>
            <p:cNvSpPr>
              <a:spLocks noChangeAspect="1"/>
            </p:cNvSpPr>
            <p:nvPr/>
          </p:nvSpPr>
          <p:spPr>
            <a:xfrm>
              <a:off x="6413520" y="2225863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平行四边形 455"/>
            <p:cNvSpPr>
              <a:spLocks noChangeAspect="1"/>
            </p:cNvSpPr>
            <p:nvPr/>
          </p:nvSpPr>
          <p:spPr>
            <a:xfrm>
              <a:off x="6550198" y="217007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平行四边形 456"/>
            <p:cNvSpPr>
              <a:spLocks noChangeAspect="1"/>
            </p:cNvSpPr>
            <p:nvPr/>
          </p:nvSpPr>
          <p:spPr>
            <a:xfrm>
              <a:off x="6604337" y="2168257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平行四边形 457"/>
            <p:cNvSpPr/>
            <p:nvPr/>
          </p:nvSpPr>
          <p:spPr>
            <a:xfrm rot="19922009">
              <a:off x="6296782" y="2274691"/>
              <a:ext cx="516143" cy="299776"/>
            </a:xfrm>
            <a:prstGeom prst="parallelogram">
              <a:avLst>
                <a:gd name="adj" fmla="val 15077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平行四边形 458"/>
            <p:cNvSpPr>
              <a:spLocks noChangeAspect="1"/>
            </p:cNvSpPr>
            <p:nvPr/>
          </p:nvSpPr>
          <p:spPr>
            <a:xfrm>
              <a:off x="6528564" y="2102596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平行四边形 459"/>
            <p:cNvSpPr>
              <a:spLocks noChangeAspect="1"/>
            </p:cNvSpPr>
            <p:nvPr/>
          </p:nvSpPr>
          <p:spPr>
            <a:xfrm>
              <a:off x="6256628" y="211500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平行四边形 460"/>
            <p:cNvSpPr>
              <a:spLocks noChangeAspect="1"/>
            </p:cNvSpPr>
            <p:nvPr/>
          </p:nvSpPr>
          <p:spPr>
            <a:xfrm>
              <a:off x="6308858" y="218895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立方体 461"/>
            <p:cNvSpPr/>
            <p:nvPr/>
          </p:nvSpPr>
          <p:spPr>
            <a:xfrm rot="19683009">
              <a:off x="5910498" y="4248172"/>
              <a:ext cx="821959" cy="872840"/>
            </a:xfrm>
            <a:prstGeom prst="cub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scene3d>
              <a:camera prst="isometricBottomDown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平行四边形 462"/>
            <p:cNvSpPr>
              <a:spLocks noChangeAspect="1"/>
            </p:cNvSpPr>
            <p:nvPr/>
          </p:nvSpPr>
          <p:spPr>
            <a:xfrm>
              <a:off x="5813448" y="4529732"/>
              <a:ext cx="324000" cy="486000"/>
            </a:xfrm>
            <a:prstGeom prst="parallelogram">
              <a:avLst>
                <a:gd name="adj" fmla="val 8204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平行四边形 463"/>
            <p:cNvSpPr>
              <a:spLocks noChangeAspect="1"/>
            </p:cNvSpPr>
            <p:nvPr/>
          </p:nvSpPr>
          <p:spPr>
            <a:xfrm>
              <a:off x="6627475" y="4418662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平行四边形 464"/>
            <p:cNvSpPr/>
            <p:nvPr/>
          </p:nvSpPr>
          <p:spPr>
            <a:xfrm rot="19922009">
              <a:off x="6318810" y="4531993"/>
              <a:ext cx="516143" cy="299776"/>
            </a:xfrm>
            <a:prstGeom prst="parallelogram">
              <a:avLst>
                <a:gd name="adj" fmla="val 15077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平行四边形 465"/>
            <p:cNvSpPr>
              <a:spLocks noChangeAspect="1"/>
            </p:cNvSpPr>
            <p:nvPr/>
          </p:nvSpPr>
          <p:spPr>
            <a:xfrm>
              <a:off x="6381034" y="4474347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平行四边形 466"/>
            <p:cNvSpPr>
              <a:spLocks noChangeAspect="1"/>
            </p:cNvSpPr>
            <p:nvPr/>
          </p:nvSpPr>
          <p:spPr>
            <a:xfrm>
              <a:off x="6344080" y="4364711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平行四边形 467"/>
            <p:cNvSpPr>
              <a:spLocks noChangeAspect="1"/>
            </p:cNvSpPr>
            <p:nvPr/>
          </p:nvSpPr>
          <p:spPr>
            <a:xfrm>
              <a:off x="6351478" y="4420388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平行四边形 468"/>
            <p:cNvSpPr>
              <a:spLocks noChangeAspect="1"/>
            </p:cNvSpPr>
            <p:nvPr/>
          </p:nvSpPr>
          <p:spPr>
            <a:xfrm>
              <a:off x="6110750" y="4520403"/>
              <a:ext cx="324000" cy="486000"/>
            </a:xfrm>
            <a:prstGeom prst="parallelogram">
              <a:avLst>
                <a:gd name="adj" fmla="val 8204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平行四边形 469"/>
            <p:cNvSpPr>
              <a:spLocks noChangeAspect="1"/>
            </p:cNvSpPr>
            <p:nvPr/>
          </p:nvSpPr>
          <p:spPr>
            <a:xfrm>
              <a:off x="6082300" y="449007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平行四边形 470"/>
            <p:cNvSpPr>
              <a:spLocks noChangeAspect="1"/>
            </p:cNvSpPr>
            <p:nvPr/>
          </p:nvSpPr>
          <p:spPr>
            <a:xfrm>
              <a:off x="6620681" y="4364711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平行四边形 471"/>
            <p:cNvSpPr>
              <a:spLocks noChangeAspect="1"/>
            </p:cNvSpPr>
            <p:nvPr/>
          </p:nvSpPr>
          <p:spPr>
            <a:xfrm>
              <a:off x="8247831" y="4637658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平行四边形 472"/>
            <p:cNvSpPr>
              <a:spLocks noChangeAspect="1"/>
            </p:cNvSpPr>
            <p:nvPr/>
          </p:nvSpPr>
          <p:spPr>
            <a:xfrm>
              <a:off x="7907275" y="4957468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74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5548" y="4760335"/>
              <a:ext cx="122238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75" name="平行四边形 474"/>
            <p:cNvSpPr>
              <a:spLocks noChangeAspect="1"/>
            </p:cNvSpPr>
            <p:nvPr/>
          </p:nvSpPr>
          <p:spPr>
            <a:xfrm>
              <a:off x="8130929" y="4680083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平行四边形 475"/>
            <p:cNvSpPr>
              <a:spLocks noChangeAspect="1"/>
            </p:cNvSpPr>
            <p:nvPr/>
          </p:nvSpPr>
          <p:spPr>
            <a:xfrm>
              <a:off x="8104578" y="4825109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平行四边形 476"/>
            <p:cNvSpPr>
              <a:spLocks noChangeAspect="1"/>
            </p:cNvSpPr>
            <p:nvPr/>
          </p:nvSpPr>
          <p:spPr>
            <a:xfrm>
              <a:off x="8358127" y="4738799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平行四边形 477"/>
            <p:cNvSpPr>
              <a:spLocks noChangeAspect="1"/>
            </p:cNvSpPr>
            <p:nvPr/>
          </p:nvSpPr>
          <p:spPr>
            <a:xfrm>
              <a:off x="7661209" y="4961678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平行四边形 478"/>
            <p:cNvSpPr>
              <a:spLocks noChangeAspect="1"/>
            </p:cNvSpPr>
            <p:nvPr/>
          </p:nvSpPr>
          <p:spPr>
            <a:xfrm>
              <a:off x="8219622" y="4892268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平行四边形 479"/>
            <p:cNvSpPr>
              <a:spLocks noChangeAspect="1"/>
            </p:cNvSpPr>
            <p:nvPr/>
          </p:nvSpPr>
          <p:spPr>
            <a:xfrm>
              <a:off x="8508591" y="4624006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平行四边形 480"/>
            <p:cNvSpPr>
              <a:spLocks noChangeAspect="1"/>
            </p:cNvSpPr>
            <p:nvPr/>
          </p:nvSpPr>
          <p:spPr>
            <a:xfrm>
              <a:off x="7664406" y="4964526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平行四边形 481"/>
            <p:cNvSpPr>
              <a:spLocks noChangeAspect="1"/>
            </p:cNvSpPr>
            <p:nvPr/>
          </p:nvSpPr>
          <p:spPr>
            <a:xfrm>
              <a:off x="7798764" y="4868346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平行四边形 482"/>
            <p:cNvSpPr>
              <a:spLocks noChangeAspect="1"/>
            </p:cNvSpPr>
            <p:nvPr/>
          </p:nvSpPr>
          <p:spPr>
            <a:xfrm>
              <a:off x="8068274" y="4948835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平行四边形 483"/>
            <p:cNvSpPr>
              <a:spLocks noChangeAspect="1"/>
            </p:cNvSpPr>
            <p:nvPr/>
          </p:nvSpPr>
          <p:spPr>
            <a:xfrm>
              <a:off x="8192457" y="4683025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平行四边形 484"/>
            <p:cNvSpPr>
              <a:spLocks noChangeAspect="1"/>
            </p:cNvSpPr>
            <p:nvPr/>
          </p:nvSpPr>
          <p:spPr>
            <a:xfrm>
              <a:off x="8385066" y="465968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平行四边形 485"/>
            <p:cNvSpPr>
              <a:spLocks noChangeAspect="1"/>
            </p:cNvSpPr>
            <p:nvPr/>
          </p:nvSpPr>
          <p:spPr>
            <a:xfrm>
              <a:off x="8288300" y="484716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平行四边形 486"/>
            <p:cNvSpPr>
              <a:spLocks noChangeAspect="1"/>
            </p:cNvSpPr>
            <p:nvPr/>
          </p:nvSpPr>
          <p:spPr>
            <a:xfrm>
              <a:off x="8047315" y="4864366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平行四边形 487"/>
            <p:cNvSpPr>
              <a:spLocks noChangeAspect="1"/>
            </p:cNvSpPr>
            <p:nvPr/>
          </p:nvSpPr>
          <p:spPr>
            <a:xfrm>
              <a:off x="8165304" y="4778797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平行四边形 488"/>
            <p:cNvSpPr>
              <a:spLocks noChangeAspect="1"/>
            </p:cNvSpPr>
            <p:nvPr/>
          </p:nvSpPr>
          <p:spPr>
            <a:xfrm>
              <a:off x="8275205" y="1187881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90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7275" y="1356357"/>
              <a:ext cx="122238" cy="49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91" name="平行四边形 490"/>
            <p:cNvSpPr>
              <a:spLocks noChangeAspect="1"/>
            </p:cNvSpPr>
            <p:nvPr/>
          </p:nvSpPr>
          <p:spPr>
            <a:xfrm>
              <a:off x="8093495" y="1235306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平行四边形 491"/>
            <p:cNvSpPr>
              <a:spLocks noChangeAspect="1"/>
            </p:cNvSpPr>
            <p:nvPr/>
          </p:nvSpPr>
          <p:spPr>
            <a:xfrm>
              <a:off x="8038347" y="1325627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平行四边形 492"/>
            <p:cNvSpPr>
              <a:spLocks noChangeAspect="1"/>
            </p:cNvSpPr>
            <p:nvPr/>
          </p:nvSpPr>
          <p:spPr>
            <a:xfrm>
              <a:off x="8334961" y="1294022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平行四边形 493"/>
            <p:cNvSpPr>
              <a:spLocks noChangeAspect="1"/>
            </p:cNvSpPr>
            <p:nvPr/>
          </p:nvSpPr>
          <p:spPr>
            <a:xfrm>
              <a:off x="7645628" y="1509748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平行四边形 494"/>
            <p:cNvSpPr>
              <a:spLocks noChangeAspect="1"/>
            </p:cNvSpPr>
            <p:nvPr/>
          </p:nvSpPr>
          <p:spPr>
            <a:xfrm>
              <a:off x="8217956" y="1437407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平行四边形 495"/>
            <p:cNvSpPr>
              <a:spLocks noChangeAspect="1"/>
            </p:cNvSpPr>
            <p:nvPr/>
          </p:nvSpPr>
          <p:spPr>
            <a:xfrm>
              <a:off x="8574624" y="1174478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平行四边形 496"/>
            <p:cNvSpPr>
              <a:spLocks noChangeAspect="1"/>
            </p:cNvSpPr>
            <p:nvPr/>
          </p:nvSpPr>
          <p:spPr>
            <a:xfrm>
              <a:off x="8274770" y="133548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平行四边形 497"/>
            <p:cNvSpPr>
              <a:spLocks noChangeAspect="1"/>
            </p:cNvSpPr>
            <p:nvPr/>
          </p:nvSpPr>
          <p:spPr>
            <a:xfrm>
              <a:off x="7974437" y="1370634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平行四边形 498"/>
            <p:cNvSpPr>
              <a:spLocks noChangeAspect="1"/>
            </p:cNvSpPr>
            <p:nvPr/>
          </p:nvSpPr>
          <p:spPr>
            <a:xfrm>
              <a:off x="7956006" y="1495643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平行四边形 499"/>
            <p:cNvSpPr>
              <a:spLocks noChangeAspect="1"/>
            </p:cNvSpPr>
            <p:nvPr/>
          </p:nvSpPr>
          <p:spPr>
            <a:xfrm>
              <a:off x="8399509" y="1191320"/>
              <a:ext cx="110296" cy="45719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平行四边形 500"/>
            <p:cNvSpPr>
              <a:spLocks noChangeAspect="1"/>
            </p:cNvSpPr>
            <p:nvPr/>
          </p:nvSpPr>
          <p:spPr>
            <a:xfrm>
              <a:off x="8215133" y="1229833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平行四边形 501"/>
            <p:cNvSpPr>
              <a:spLocks noChangeAspect="1"/>
            </p:cNvSpPr>
            <p:nvPr/>
          </p:nvSpPr>
          <p:spPr>
            <a:xfrm>
              <a:off x="8034063" y="1229833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平行四边形 502"/>
            <p:cNvSpPr>
              <a:spLocks noChangeAspect="1"/>
            </p:cNvSpPr>
            <p:nvPr/>
          </p:nvSpPr>
          <p:spPr>
            <a:xfrm>
              <a:off x="8024898" y="1446639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平行四边形 503"/>
            <p:cNvSpPr>
              <a:spLocks noChangeAspect="1"/>
            </p:cNvSpPr>
            <p:nvPr/>
          </p:nvSpPr>
          <p:spPr>
            <a:xfrm>
              <a:off x="8165542" y="1334020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平行四边形 504"/>
            <p:cNvSpPr>
              <a:spLocks noChangeAspect="1"/>
            </p:cNvSpPr>
            <p:nvPr/>
          </p:nvSpPr>
          <p:spPr>
            <a:xfrm>
              <a:off x="7977189" y="1265833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bg2">
                <a:lumMod val="90000"/>
              </a:schemeClr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06" name="组合 505"/>
            <p:cNvGrpSpPr/>
            <p:nvPr/>
          </p:nvGrpSpPr>
          <p:grpSpPr>
            <a:xfrm>
              <a:off x="2094352" y="1026837"/>
              <a:ext cx="633196" cy="572873"/>
              <a:chOff x="1171943" y="1324425"/>
              <a:chExt cx="633196" cy="572873"/>
            </a:xfrm>
          </p:grpSpPr>
          <p:sp>
            <p:nvSpPr>
              <p:cNvPr id="719" name="TextBox 718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20" name="组合 719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721" name="组合 720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723" name="直接箭头连接符 722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4" name="直接箭头连接符 723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5" name="直接箭头连接符 724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22" name="TextBox 721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07" name="TextBox 506"/>
            <p:cNvSpPr txBox="1"/>
            <p:nvPr/>
          </p:nvSpPr>
          <p:spPr>
            <a:xfrm>
              <a:off x="2443823" y="137411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08" name="组合 507"/>
            <p:cNvGrpSpPr/>
            <p:nvPr/>
          </p:nvGrpSpPr>
          <p:grpSpPr>
            <a:xfrm>
              <a:off x="179512" y="3384123"/>
              <a:ext cx="815523" cy="728484"/>
              <a:chOff x="96399" y="3374075"/>
              <a:chExt cx="815523" cy="728484"/>
            </a:xfrm>
          </p:grpSpPr>
          <p:grpSp>
            <p:nvGrpSpPr>
              <p:cNvPr id="694" name="组合 693"/>
              <p:cNvGrpSpPr/>
              <p:nvPr/>
            </p:nvGrpSpPr>
            <p:grpSpPr>
              <a:xfrm>
                <a:off x="96399" y="3374075"/>
                <a:ext cx="681938" cy="579083"/>
                <a:chOff x="1088818" y="1318215"/>
                <a:chExt cx="681938" cy="579083"/>
              </a:xfrm>
            </p:grpSpPr>
            <p:sp>
              <p:nvSpPr>
                <p:cNvPr id="696" name="TextBox 695"/>
                <p:cNvSpPr txBox="1"/>
                <p:nvPr/>
              </p:nvSpPr>
              <p:spPr>
                <a:xfrm>
                  <a:off x="1374712" y="1416554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07" name="组合 706"/>
                <p:cNvGrpSpPr/>
                <p:nvPr/>
              </p:nvGrpSpPr>
              <p:grpSpPr>
                <a:xfrm>
                  <a:off x="1088818" y="1318215"/>
                  <a:ext cx="490610" cy="579083"/>
                  <a:chOff x="1088818" y="1318215"/>
                  <a:chExt cx="490610" cy="579083"/>
                </a:xfrm>
              </p:grpSpPr>
              <p:grpSp>
                <p:nvGrpSpPr>
                  <p:cNvPr id="710" name="组合 709"/>
                  <p:cNvGrpSpPr>
                    <a:grpSpLocks noChangeAspect="1"/>
                  </p:cNvGrpSpPr>
                  <p:nvPr/>
                </p:nvGrpSpPr>
                <p:grpSpPr>
                  <a:xfrm>
                    <a:off x="1291428" y="1609298"/>
                    <a:ext cx="288000" cy="288000"/>
                    <a:chOff x="1168659" y="1601141"/>
                    <a:chExt cx="438906" cy="438906"/>
                  </a:xfrm>
                </p:grpSpPr>
                <p:cxnSp>
                  <p:nvCxnSpPr>
                    <p:cNvPr id="716" name="直接箭头连接符 715"/>
                    <p:cNvCxnSpPr/>
                    <p:nvPr/>
                  </p:nvCxnSpPr>
                  <p:spPr>
                    <a:xfrm flipV="1">
                      <a:off x="1168659" y="2008514"/>
                      <a:ext cx="438906" cy="18318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7" name="直接箭头连接符 716"/>
                    <p:cNvCxnSpPr/>
                    <p:nvPr/>
                  </p:nvCxnSpPr>
                  <p:spPr>
                    <a:xfrm flipV="1">
                      <a:off x="1168660" y="1601141"/>
                      <a:ext cx="9618" cy="438906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8" name="直接箭头连接符 717"/>
                    <p:cNvCxnSpPr/>
                    <p:nvPr/>
                  </p:nvCxnSpPr>
                  <p:spPr>
                    <a:xfrm flipV="1">
                      <a:off x="1178278" y="1724570"/>
                      <a:ext cx="306996" cy="285865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11" name="TextBox 710"/>
                  <p:cNvSpPr txBox="1"/>
                  <p:nvPr/>
                </p:nvSpPr>
                <p:spPr>
                  <a:xfrm>
                    <a:off x="1088818" y="1318215"/>
                    <a:ext cx="3960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</a:t>
                    </a:r>
                    <a:endParaRPr lang="zh-CN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695" name="TextBox 694"/>
              <p:cNvSpPr txBox="1"/>
              <p:nvPr/>
            </p:nvSpPr>
            <p:spPr>
              <a:xfrm>
                <a:off x="515878" y="3733227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09" name="右箭头 508"/>
            <p:cNvSpPr/>
            <p:nvPr/>
          </p:nvSpPr>
          <p:spPr>
            <a:xfrm>
              <a:off x="3329913" y="1818483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TextBox 509"/>
            <p:cNvSpPr txBox="1">
              <a:spLocks noChangeAspect="1"/>
            </p:cNvSpPr>
            <p:nvPr/>
          </p:nvSpPr>
          <p:spPr>
            <a:xfrm>
              <a:off x="3275856" y="1470728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矩形 510"/>
            <p:cNvSpPr/>
            <p:nvPr/>
          </p:nvSpPr>
          <p:spPr>
            <a:xfrm>
              <a:off x="1618953" y="1370635"/>
              <a:ext cx="72000" cy="34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矩形 511"/>
            <p:cNvSpPr/>
            <p:nvPr/>
          </p:nvSpPr>
          <p:spPr>
            <a:xfrm>
              <a:off x="1654953" y="1359288"/>
              <a:ext cx="18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矩形 512"/>
            <p:cNvSpPr/>
            <p:nvPr/>
          </p:nvSpPr>
          <p:spPr>
            <a:xfrm>
              <a:off x="1654953" y="2657277"/>
              <a:ext cx="18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矩形 513"/>
            <p:cNvSpPr/>
            <p:nvPr/>
          </p:nvSpPr>
          <p:spPr>
            <a:xfrm>
              <a:off x="1656409" y="3703451"/>
              <a:ext cx="18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矩形 514"/>
            <p:cNvSpPr/>
            <p:nvPr/>
          </p:nvSpPr>
          <p:spPr>
            <a:xfrm>
              <a:off x="1656409" y="4794561"/>
              <a:ext cx="180000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右箭头 516"/>
            <p:cNvSpPr/>
            <p:nvPr/>
          </p:nvSpPr>
          <p:spPr>
            <a:xfrm>
              <a:off x="3334009" y="3018945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TextBox 517"/>
            <p:cNvSpPr txBox="1">
              <a:spLocks noChangeAspect="1"/>
            </p:cNvSpPr>
            <p:nvPr/>
          </p:nvSpPr>
          <p:spPr>
            <a:xfrm>
              <a:off x="3347668" y="2648612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右箭头 518"/>
            <p:cNvSpPr/>
            <p:nvPr/>
          </p:nvSpPr>
          <p:spPr>
            <a:xfrm>
              <a:off x="3334009" y="5301542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TextBox 519"/>
            <p:cNvSpPr txBox="1">
              <a:spLocks noChangeAspect="1"/>
            </p:cNvSpPr>
            <p:nvPr/>
          </p:nvSpPr>
          <p:spPr>
            <a:xfrm>
              <a:off x="3358301" y="4930039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20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右箭头 520"/>
            <p:cNvSpPr/>
            <p:nvPr/>
          </p:nvSpPr>
          <p:spPr>
            <a:xfrm>
              <a:off x="4930777" y="1839069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TextBox 521"/>
            <p:cNvSpPr txBox="1">
              <a:spLocks noChangeAspect="1"/>
            </p:cNvSpPr>
            <p:nvPr/>
          </p:nvSpPr>
          <p:spPr>
            <a:xfrm>
              <a:off x="4901904" y="1500121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右箭头 522"/>
            <p:cNvSpPr/>
            <p:nvPr/>
          </p:nvSpPr>
          <p:spPr>
            <a:xfrm>
              <a:off x="4932409" y="3019869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TextBox 523"/>
            <p:cNvSpPr txBox="1">
              <a:spLocks noChangeAspect="1"/>
            </p:cNvSpPr>
            <p:nvPr/>
          </p:nvSpPr>
          <p:spPr>
            <a:xfrm>
              <a:off x="4903536" y="2690969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 S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右箭头 524"/>
            <p:cNvSpPr/>
            <p:nvPr/>
          </p:nvSpPr>
          <p:spPr>
            <a:xfrm>
              <a:off x="4932409" y="5299967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TextBox 525"/>
            <p:cNvSpPr txBox="1">
              <a:spLocks noChangeAspect="1"/>
            </p:cNvSpPr>
            <p:nvPr/>
          </p:nvSpPr>
          <p:spPr>
            <a:xfrm>
              <a:off x="4892903" y="4971067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右箭头 526"/>
            <p:cNvSpPr/>
            <p:nvPr/>
          </p:nvSpPr>
          <p:spPr>
            <a:xfrm>
              <a:off x="6734712" y="1839069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TextBox 527"/>
            <p:cNvSpPr txBox="1">
              <a:spLocks noChangeAspect="1"/>
            </p:cNvSpPr>
            <p:nvPr/>
          </p:nvSpPr>
          <p:spPr>
            <a:xfrm>
              <a:off x="6705839" y="1498295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右箭头 528"/>
            <p:cNvSpPr/>
            <p:nvPr/>
          </p:nvSpPr>
          <p:spPr>
            <a:xfrm>
              <a:off x="6736009" y="5310600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TextBox 529"/>
            <p:cNvSpPr txBox="1">
              <a:spLocks noChangeAspect="1"/>
            </p:cNvSpPr>
            <p:nvPr/>
          </p:nvSpPr>
          <p:spPr>
            <a:xfrm>
              <a:off x="6707136" y="4971067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右箭头 530"/>
            <p:cNvSpPr/>
            <p:nvPr/>
          </p:nvSpPr>
          <p:spPr>
            <a:xfrm>
              <a:off x="6736009" y="3019869"/>
              <a:ext cx="72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TextBox 531"/>
            <p:cNvSpPr txBox="1">
              <a:spLocks noChangeAspect="1"/>
            </p:cNvSpPr>
            <p:nvPr/>
          </p:nvSpPr>
          <p:spPr>
            <a:xfrm>
              <a:off x="6707136" y="2669047"/>
              <a:ext cx="599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 T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TextBox 532"/>
            <p:cNvSpPr txBox="1">
              <a:spLocks noChangeAspect="1"/>
            </p:cNvSpPr>
            <p:nvPr/>
          </p:nvSpPr>
          <p:spPr>
            <a:xfrm>
              <a:off x="1907704" y="1708561"/>
              <a:ext cx="13558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Channel 1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TextBox 533"/>
            <p:cNvSpPr txBox="1"/>
            <p:nvPr/>
          </p:nvSpPr>
          <p:spPr>
            <a:xfrm>
              <a:off x="2657460" y="3543825"/>
              <a:ext cx="1015663" cy="75299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5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zh-CN" altLang="en-US" sz="5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TextBox 534"/>
            <p:cNvSpPr txBox="1">
              <a:spLocks noChangeAspect="1"/>
            </p:cNvSpPr>
            <p:nvPr/>
          </p:nvSpPr>
          <p:spPr>
            <a:xfrm>
              <a:off x="1907704" y="5158826"/>
              <a:ext cx="13558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hannel k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TextBox 535"/>
            <p:cNvSpPr txBox="1">
              <a:spLocks noChangeAspect="1"/>
            </p:cNvSpPr>
            <p:nvPr/>
          </p:nvSpPr>
          <p:spPr>
            <a:xfrm>
              <a:off x="1907704" y="2910627"/>
              <a:ext cx="13558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hannel 2</a:t>
              </a:r>
              <a:endParaRPr lang="zh-CN" altLang="en-US" sz="20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平行四边形 536"/>
            <p:cNvSpPr>
              <a:spLocks noChangeAspect="1"/>
            </p:cNvSpPr>
            <p:nvPr/>
          </p:nvSpPr>
          <p:spPr>
            <a:xfrm>
              <a:off x="8148864" y="1482639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TextBox 537"/>
            <p:cNvSpPr txBox="1"/>
            <p:nvPr/>
          </p:nvSpPr>
          <p:spPr>
            <a:xfrm>
              <a:off x="388217" y="234981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zh-CN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TextBox 538"/>
            <p:cNvSpPr txBox="1"/>
            <p:nvPr/>
          </p:nvSpPr>
          <p:spPr>
            <a:xfrm>
              <a:off x="8331368" y="1325370"/>
              <a:ext cx="5878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altLang="zh-CN" sz="2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8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TextBox 539"/>
            <p:cNvSpPr txBox="1"/>
            <p:nvPr/>
          </p:nvSpPr>
          <p:spPr>
            <a:xfrm>
              <a:off x="8358127" y="2484272"/>
              <a:ext cx="5622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altLang="zh-CN" sz="2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8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TextBox 540"/>
            <p:cNvSpPr txBox="1"/>
            <p:nvPr/>
          </p:nvSpPr>
          <p:spPr>
            <a:xfrm>
              <a:off x="8358127" y="4784776"/>
              <a:ext cx="5622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altLang="zh-CN" sz="28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zh-CN" altLang="en-US" sz="28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42" name="组合 541"/>
            <p:cNvGrpSpPr/>
            <p:nvPr/>
          </p:nvGrpSpPr>
          <p:grpSpPr>
            <a:xfrm>
              <a:off x="2079665" y="2279975"/>
              <a:ext cx="633196" cy="572873"/>
              <a:chOff x="1171943" y="1324425"/>
              <a:chExt cx="633196" cy="572873"/>
            </a:xfrm>
          </p:grpSpPr>
          <p:sp>
            <p:nvSpPr>
              <p:cNvPr id="677" name="TextBox 676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79" name="组合 678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683" name="组合 682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691" name="直接箭头连接符 690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2" name="直接箭头连接符 691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3" name="直接箭头连接符 692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89" name="TextBox 688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43" name="TextBox 542"/>
            <p:cNvSpPr txBox="1"/>
            <p:nvPr/>
          </p:nvSpPr>
          <p:spPr>
            <a:xfrm>
              <a:off x="2429136" y="2627252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44" name="组合 543"/>
            <p:cNvGrpSpPr/>
            <p:nvPr/>
          </p:nvGrpSpPr>
          <p:grpSpPr>
            <a:xfrm>
              <a:off x="2076624" y="4487486"/>
              <a:ext cx="633196" cy="572873"/>
              <a:chOff x="1171943" y="1324425"/>
              <a:chExt cx="633196" cy="572873"/>
            </a:xfrm>
          </p:grpSpPr>
          <p:sp>
            <p:nvSpPr>
              <p:cNvPr id="660" name="TextBox 659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61" name="组合 660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662" name="组合 661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674" name="直接箭头连接符 673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直接箭头连接符 674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直接箭头连接符 675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73" name="TextBox 672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45" name="TextBox 544"/>
            <p:cNvSpPr txBox="1"/>
            <p:nvPr/>
          </p:nvSpPr>
          <p:spPr>
            <a:xfrm>
              <a:off x="2426095" y="4834763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46" name="组合 545"/>
            <p:cNvGrpSpPr/>
            <p:nvPr/>
          </p:nvGrpSpPr>
          <p:grpSpPr>
            <a:xfrm>
              <a:off x="3603282" y="1029327"/>
              <a:ext cx="633196" cy="572873"/>
              <a:chOff x="1171943" y="1324425"/>
              <a:chExt cx="633196" cy="572873"/>
            </a:xfrm>
          </p:grpSpPr>
          <p:sp>
            <p:nvSpPr>
              <p:cNvPr id="639" name="TextBox 638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43" name="组合 642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644" name="组合 643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653" name="直接箭头连接符 652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4" name="直接箭头连接符 653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5" name="直接箭头连接符 654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52" name="TextBox 651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47" name="TextBox 546"/>
            <p:cNvSpPr txBox="1"/>
            <p:nvPr/>
          </p:nvSpPr>
          <p:spPr>
            <a:xfrm>
              <a:off x="3952753" y="137660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48" name="组合 547"/>
            <p:cNvGrpSpPr/>
            <p:nvPr/>
          </p:nvGrpSpPr>
          <p:grpSpPr>
            <a:xfrm>
              <a:off x="3600043" y="2217430"/>
              <a:ext cx="745515" cy="716609"/>
              <a:chOff x="3717890" y="2197334"/>
              <a:chExt cx="745515" cy="716609"/>
            </a:xfrm>
          </p:grpSpPr>
          <p:grpSp>
            <p:nvGrpSpPr>
              <p:cNvPr id="628" name="组合 627"/>
              <p:cNvGrpSpPr/>
              <p:nvPr/>
            </p:nvGrpSpPr>
            <p:grpSpPr>
              <a:xfrm>
                <a:off x="3717890" y="2197334"/>
                <a:ext cx="633196" cy="572873"/>
                <a:chOff x="1171943" y="1324425"/>
                <a:chExt cx="633196" cy="572873"/>
              </a:xfrm>
            </p:grpSpPr>
            <p:sp>
              <p:nvSpPr>
                <p:cNvPr id="630" name="TextBox 629"/>
                <p:cNvSpPr txBox="1"/>
                <p:nvPr/>
              </p:nvSpPr>
              <p:spPr>
                <a:xfrm>
                  <a:off x="1409095" y="140840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31" name="组合 630"/>
                <p:cNvGrpSpPr/>
                <p:nvPr/>
              </p:nvGrpSpPr>
              <p:grpSpPr>
                <a:xfrm>
                  <a:off x="1171943" y="1324425"/>
                  <a:ext cx="407485" cy="572873"/>
                  <a:chOff x="1171943" y="1324425"/>
                  <a:chExt cx="407485" cy="572873"/>
                </a:xfrm>
              </p:grpSpPr>
              <p:grpSp>
                <p:nvGrpSpPr>
                  <p:cNvPr id="632" name="组合 631"/>
                  <p:cNvGrpSpPr>
                    <a:grpSpLocks noChangeAspect="1"/>
                  </p:cNvGrpSpPr>
                  <p:nvPr/>
                </p:nvGrpSpPr>
                <p:grpSpPr>
                  <a:xfrm>
                    <a:off x="1291428" y="1609298"/>
                    <a:ext cx="288000" cy="288000"/>
                    <a:chOff x="1168659" y="1601141"/>
                    <a:chExt cx="438906" cy="438906"/>
                  </a:xfrm>
                </p:grpSpPr>
                <p:cxnSp>
                  <p:nvCxnSpPr>
                    <p:cNvPr id="634" name="直接箭头连接符 633"/>
                    <p:cNvCxnSpPr/>
                    <p:nvPr/>
                  </p:nvCxnSpPr>
                  <p:spPr>
                    <a:xfrm flipV="1">
                      <a:off x="1168659" y="2008514"/>
                      <a:ext cx="438906" cy="18318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5" name="直接箭头连接符 634"/>
                    <p:cNvCxnSpPr/>
                    <p:nvPr/>
                  </p:nvCxnSpPr>
                  <p:spPr>
                    <a:xfrm flipV="1">
                      <a:off x="1168660" y="1601141"/>
                      <a:ext cx="9618" cy="438906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6" name="直接箭头连接符 635"/>
                    <p:cNvCxnSpPr/>
                    <p:nvPr/>
                  </p:nvCxnSpPr>
                  <p:spPr>
                    <a:xfrm flipV="1">
                      <a:off x="1178278" y="1724570"/>
                      <a:ext cx="306996" cy="285865"/>
                    </a:xfrm>
                    <a:prstGeom prst="straightConnector1">
                      <a:avLst/>
                    </a:prstGeom>
                    <a:ln w="2222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33" name="TextBox 632"/>
                  <p:cNvSpPr txBox="1"/>
                  <p:nvPr/>
                </p:nvSpPr>
                <p:spPr>
                  <a:xfrm>
                    <a:off x="1171943" y="1324425"/>
                    <a:ext cx="39604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</a:t>
                    </a:r>
                    <a:endParaRPr lang="zh-CN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629" name="TextBox 628"/>
              <p:cNvSpPr txBox="1"/>
              <p:nvPr/>
            </p:nvSpPr>
            <p:spPr>
              <a:xfrm>
                <a:off x="4067361" y="2544611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49" name="组合 548"/>
            <p:cNvGrpSpPr/>
            <p:nvPr/>
          </p:nvGrpSpPr>
          <p:grpSpPr>
            <a:xfrm>
              <a:off x="3600043" y="4510341"/>
              <a:ext cx="633196" cy="572873"/>
              <a:chOff x="1171943" y="1324425"/>
              <a:chExt cx="633196" cy="572873"/>
            </a:xfrm>
          </p:grpSpPr>
          <p:sp>
            <p:nvSpPr>
              <p:cNvPr id="621" name="TextBox 620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2" name="组合 621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623" name="组合 622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625" name="直接箭头连接符 624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6" name="直接箭头连接符 625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7" name="直接箭头连接符 626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24" name="TextBox 623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50" name="TextBox 549"/>
            <p:cNvSpPr txBox="1"/>
            <p:nvPr/>
          </p:nvSpPr>
          <p:spPr>
            <a:xfrm>
              <a:off x="3949514" y="4857618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1" name="组合 550"/>
            <p:cNvGrpSpPr/>
            <p:nvPr/>
          </p:nvGrpSpPr>
          <p:grpSpPr>
            <a:xfrm>
              <a:off x="5169417" y="1043173"/>
              <a:ext cx="633196" cy="572873"/>
              <a:chOff x="1171943" y="1324425"/>
              <a:chExt cx="633196" cy="572873"/>
            </a:xfrm>
          </p:grpSpPr>
          <p:sp>
            <p:nvSpPr>
              <p:cNvPr id="614" name="TextBox 613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5" name="组合 614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616" name="组合 615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618" name="直接箭头连接符 617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9" name="直接箭头连接符 618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0" name="直接箭头连接符 619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17" name="TextBox 616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’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52" name="TextBox 551"/>
            <p:cNvSpPr txBox="1"/>
            <p:nvPr/>
          </p:nvSpPr>
          <p:spPr>
            <a:xfrm>
              <a:off x="5518888" y="1390450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3" name="组合 552"/>
            <p:cNvGrpSpPr/>
            <p:nvPr/>
          </p:nvGrpSpPr>
          <p:grpSpPr>
            <a:xfrm>
              <a:off x="5165376" y="2207967"/>
              <a:ext cx="633196" cy="572873"/>
              <a:chOff x="1171943" y="1324425"/>
              <a:chExt cx="633196" cy="572873"/>
            </a:xfrm>
          </p:grpSpPr>
          <p:sp>
            <p:nvSpPr>
              <p:cNvPr id="607" name="TextBox 606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8" name="组合 607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609" name="组合 608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611" name="直接箭头连接符 610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2" name="直接箭头连接符 611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3" name="直接箭头连接符 612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10" name="TextBox 609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’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54" name="TextBox 553"/>
            <p:cNvSpPr txBox="1"/>
            <p:nvPr/>
          </p:nvSpPr>
          <p:spPr>
            <a:xfrm>
              <a:off x="5514847" y="255524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6" name="组合 555"/>
            <p:cNvGrpSpPr/>
            <p:nvPr/>
          </p:nvGrpSpPr>
          <p:grpSpPr>
            <a:xfrm>
              <a:off x="5176009" y="4440215"/>
              <a:ext cx="633196" cy="572873"/>
              <a:chOff x="1171943" y="1324425"/>
              <a:chExt cx="633196" cy="572873"/>
            </a:xfrm>
          </p:grpSpPr>
          <p:sp>
            <p:nvSpPr>
              <p:cNvPr id="600" name="TextBox 599"/>
              <p:cNvSpPr txBox="1"/>
              <p:nvPr/>
            </p:nvSpPr>
            <p:spPr>
              <a:xfrm>
                <a:off x="1409095" y="1408405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1" name="组合 600"/>
              <p:cNvGrpSpPr/>
              <p:nvPr/>
            </p:nvGrpSpPr>
            <p:grpSpPr>
              <a:xfrm>
                <a:off x="1171943" y="1324425"/>
                <a:ext cx="407485" cy="572873"/>
                <a:chOff x="1171943" y="1324425"/>
                <a:chExt cx="407485" cy="572873"/>
              </a:xfrm>
            </p:grpSpPr>
            <p:grpSp>
              <p:nvGrpSpPr>
                <p:cNvPr id="602" name="组合 601"/>
                <p:cNvGrpSpPr>
                  <a:grpSpLocks noChangeAspect="1"/>
                </p:cNvGrpSpPr>
                <p:nvPr/>
              </p:nvGrpSpPr>
              <p:grpSpPr>
                <a:xfrm>
                  <a:off x="1291428" y="1609298"/>
                  <a:ext cx="288000" cy="288000"/>
                  <a:chOff x="1168659" y="1601141"/>
                  <a:chExt cx="438906" cy="438906"/>
                </a:xfrm>
              </p:grpSpPr>
              <p:cxnSp>
                <p:nvCxnSpPr>
                  <p:cNvPr id="604" name="直接箭头连接符 603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直接箭头连接符 604"/>
                  <p:cNvCxnSpPr/>
                  <p:nvPr/>
                </p:nvCxnSpPr>
                <p:spPr>
                  <a:xfrm flipV="1">
                    <a:off x="1168660" y="1601141"/>
                    <a:ext cx="9618" cy="43890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6" name="直接箭头连接符 605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3" name="TextBox 602"/>
                <p:cNvSpPr txBox="1"/>
                <p:nvPr/>
              </p:nvSpPr>
              <p:spPr>
                <a:xfrm>
                  <a:off x="1171943" y="1324425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’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57" name="TextBox 556"/>
            <p:cNvSpPr txBox="1"/>
            <p:nvPr/>
          </p:nvSpPr>
          <p:spPr>
            <a:xfrm>
              <a:off x="5525480" y="4787492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58" name="组合 557"/>
            <p:cNvGrpSpPr/>
            <p:nvPr/>
          </p:nvGrpSpPr>
          <p:grpSpPr>
            <a:xfrm>
              <a:off x="7160334" y="2230572"/>
              <a:ext cx="495855" cy="501485"/>
              <a:chOff x="1291428" y="1387139"/>
              <a:chExt cx="495855" cy="501485"/>
            </a:xfrm>
          </p:grpSpPr>
          <p:sp>
            <p:nvSpPr>
              <p:cNvPr id="596" name="TextBox 595"/>
              <p:cNvSpPr txBox="1"/>
              <p:nvPr/>
            </p:nvSpPr>
            <p:spPr>
              <a:xfrm>
                <a:off x="1391239" y="1387139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y’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7" name="组合 596"/>
              <p:cNvGrpSpPr>
                <a:grpSpLocks noChangeAspect="1"/>
              </p:cNvGrpSpPr>
              <p:nvPr/>
            </p:nvGrpSpPr>
            <p:grpSpPr>
              <a:xfrm>
                <a:off x="1291428" y="1690287"/>
                <a:ext cx="288000" cy="198337"/>
                <a:chOff x="1168659" y="1724570"/>
                <a:chExt cx="438906" cy="302262"/>
              </a:xfrm>
            </p:grpSpPr>
            <p:cxnSp>
              <p:nvCxnSpPr>
                <p:cNvPr id="598" name="直接箭头连接符 597"/>
                <p:cNvCxnSpPr/>
                <p:nvPr/>
              </p:nvCxnSpPr>
              <p:spPr>
                <a:xfrm flipV="1">
                  <a:off x="1168659" y="2008514"/>
                  <a:ext cx="438906" cy="18318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直接箭头连接符 598"/>
                <p:cNvCxnSpPr/>
                <p:nvPr/>
              </p:nvCxnSpPr>
              <p:spPr>
                <a:xfrm flipV="1">
                  <a:off x="1178278" y="1724570"/>
                  <a:ext cx="306996" cy="285865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59" name="TextBox 558"/>
            <p:cNvSpPr txBox="1"/>
            <p:nvPr/>
          </p:nvSpPr>
          <p:spPr>
            <a:xfrm>
              <a:off x="7379687" y="2504502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x’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0" name="组合 559"/>
            <p:cNvGrpSpPr/>
            <p:nvPr/>
          </p:nvGrpSpPr>
          <p:grpSpPr>
            <a:xfrm>
              <a:off x="7152124" y="4502929"/>
              <a:ext cx="495855" cy="501485"/>
              <a:chOff x="1291428" y="1387139"/>
              <a:chExt cx="495855" cy="501485"/>
            </a:xfrm>
          </p:grpSpPr>
          <p:sp>
            <p:nvSpPr>
              <p:cNvPr id="592" name="TextBox 591"/>
              <p:cNvSpPr txBox="1"/>
              <p:nvPr/>
            </p:nvSpPr>
            <p:spPr>
              <a:xfrm>
                <a:off x="1391239" y="1387139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y’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3" name="组合 592"/>
              <p:cNvGrpSpPr>
                <a:grpSpLocks noChangeAspect="1"/>
              </p:cNvGrpSpPr>
              <p:nvPr/>
            </p:nvGrpSpPr>
            <p:grpSpPr>
              <a:xfrm>
                <a:off x="1291428" y="1690287"/>
                <a:ext cx="288000" cy="198337"/>
                <a:chOff x="1168659" y="1724570"/>
                <a:chExt cx="438906" cy="302262"/>
              </a:xfrm>
            </p:grpSpPr>
            <p:cxnSp>
              <p:nvCxnSpPr>
                <p:cNvPr id="594" name="直接箭头连接符 593"/>
                <p:cNvCxnSpPr/>
                <p:nvPr/>
              </p:nvCxnSpPr>
              <p:spPr>
                <a:xfrm flipV="1">
                  <a:off x="1168659" y="2008514"/>
                  <a:ext cx="438906" cy="18318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直接箭头连接符 594"/>
                <p:cNvCxnSpPr/>
                <p:nvPr/>
              </p:nvCxnSpPr>
              <p:spPr>
                <a:xfrm flipV="1">
                  <a:off x="1178278" y="1724570"/>
                  <a:ext cx="306996" cy="285865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1" name="TextBox 560"/>
            <p:cNvSpPr txBox="1"/>
            <p:nvPr/>
          </p:nvSpPr>
          <p:spPr>
            <a:xfrm>
              <a:off x="7359880" y="4766886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x’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TextBox 561"/>
            <p:cNvSpPr txBox="1"/>
            <p:nvPr/>
          </p:nvSpPr>
          <p:spPr>
            <a:xfrm>
              <a:off x="4160346" y="3557996"/>
              <a:ext cx="1015663" cy="75299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5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zh-CN" altLang="en-US" sz="5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TextBox 562"/>
            <p:cNvSpPr txBox="1"/>
            <p:nvPr/>
          </p:nvSpPr>
          <p:spPr>
            <a:xfrm>
              <a:off x="5920437" y="3551382"/>
              <a:ext cx="1015663" cy="75299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5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zh-CN" altLang="en-US" sz="5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TextBox 563"/>
            <p:cNvSpPr txBox="1"/>
            <p:nvPr/>
          </p:nvSpPr>
          <p:spPr>
            <a:xfrm>
              <a:off x="7890765" y="3557996"/>
              <a:ext cx="1015663" cy="75299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54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zh-CN" altLang="en-US" sz="5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平行四边形 564"/>
            <p:cNvSpPr>
              <a:spLocks noChangeAspect="1"/>
            </p:cNvSpPr>
            <p:nvPr/>
          </p:nvSpPr>
          <p:spPr>
            <a:xfrm>
              <a:off x="7716357" y="1461113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6" name="组合 565"/>
            <p:cNvGrpSpPr/>
            <p:nvPr/>
          </p:nvGrpSpPr>
          <p:grpSpPr>
            <a:xfrm>
              <a:off x="7118976" y="1087906"/>
              <a:ext cx="595633" cy="658030"/>
              <a:chOff x="7100481" y="1087906"/>
              <a:chExt cx="595633" cy="658030"/>
            </a:xfrm>
          </p:grpSpPr>
          <p:sp>
            <p:nvSpPr>
              <p:cNvPr id="586" name="TextBox 585"/>
              <p:cNvSpPr txBox="1"/>
              <p:nvPr/>
            </p:nvSpPr>
            <p:spPr>
              <a:xfrm>
                <a:off x="7300070" y="1376604"/>
                <a:ext cx="396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x’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87" name="组合 586"/>
              <p:cNvGrpSpPr/>
              <p:nvPr/>
            </p:nvGrpSpPr>
            <p:grpSpPr>
              <a:xfrm>
                <a:off x="7100481" y="1087906"/>
                <a:ext cx="495855" cy="501485"/>
                <a:chOff x="1291428" y="1387139"/>
                <a:chExt cx="495855" cy="501485"/>
              </a:xfrm>
            </p:grpSpPr>
            <p:sp>
              <p:nvSpPr>
                <p:cNvPr id="588" name="TextBox 587"/>
                <p:cNvSpPr txBox="1"/>
                <p:nvPr/>
              </p:nvSpPr>
              <p:spPr>
                <a:xfrm>
                  <a:off x="1391239" y="1387139"/>
                  <a:ext cx="396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y’</a:t>
                  </a:r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89" name="组合 588"/>
                <p:cNvGrpSpPr>
                  <a:grpSpLocks noChangeAspect="1"/>
                </p:cNvGrpSpPr>
                <p:nvPr/>
              </p:nvGrpSpPr>
              <p:grpSpPr>
                <a:xfrm>
                  <a:off x="1291428" y="1690287"/>
                  <a:ext cx="288000" cy="198337"/>
                  <a:chOff x="1168659" y="1724570"/>
                  <a:chExt cx="438906" cy="302262"/>
                </a:xfrm>
              </p:grpSpPr>
              <p:cxnSp>
                <p:nvCxnSpPr>
                  <p:cNvPr id="590" name="直接箭头连接符 589"/>
                  <p:cNvCxnSpPr/>
                  <p:nvPr/>
                </p:nvCxnSpPr>
                <p:spPr>
                  <a:xfrm flipV="1">
                    <a:off x="1168659" y="2008514"/>
                    <a:ext cx="438906" cy="18318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1" name="直接箭头连接符 590"/>
                  <p:cNvCxnSpPr/>
                  <p:nvPr/>
                </p:nvCxnSpPr>
                <p:spPr>
                  <a:xfrm flipV="1">
                    <a:off x="1178278" y="1724570"/>
                    <a:ext cx="306996" cy="28586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567" name="组合 566"/>
            <p:cNvGrpSpPr/>
            <p:nvPr/>
          </p:nvGrpSpPr>
          <p:grpSpPr>
            <a:xfrm>
              <a:off x="7712871" y="2295892"/>
              <a:ext cx="1069920" cy="371728"/>
              <a:chOff x="7251808" y="3116852"/>
              <a:chExt cx="1069920" cy="371728"/>
            </a:xfrm>
          </p:grpSpPr>
          <p:sp>
            <p:nvSpPr>
              <p:cNvPr id="569" name="平行四边形 568"/>
              <p:cNvSpPr/>
              <p:nvPr/>
            </p:nvSpPr>
            <p:spPr>
              <a:xfrm rot="21432551">
                <a:off x="7257160" y="3135304"/>
                <a:ext cx="1064568" cy="331127"/>
              </a:xfrm>
              <a:prstGeom prst="parallelogram">
                <a:avLst>
                  <a:gd name="adj" fmla="val 15266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0" name="平行四边形 569"/>
              <p:cNvSpPr>
                <a:spLocks noChangeAspect="1"/>
              </p:cNvSpPr>
              <p:nvPr/>
            </p:nvSpPr>
            <p:spPr>
              <a:xfrm rot="21432551">
                <a:off x="7847483" y="3130520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71" name="Picture 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1432551">
                <a:off x="7502638" y="3274575"/>
                <a:ext cx="122238" cy="49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72" name="平行四边形 571"/>
              <p:cNvSpPr>
                <a:spLocks noChangeAspect="1"/>
              </p:cNvSpPr>
              <p:nvPr/>
            </p:nvSpPr>
            <p:spPr>
              <a:xfrm rot="21432551">
                <a:off x="7703042" y="3137561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3" name="平行四边形 572"/>
              <p:cNvSpPr>
                <a:spLocks noChangeAspect="1"/>
              </p:cNvSpPr>
              <p:nvPr/>
            </p:nvSpPr>
            <p:spPr>
              <a:xfrm rot="21432551">
                <a:off x="7700798" y="3289202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4" name="平行四边形 573"/>
              <p:cNvSpPr>
                <a:spLocks noChangeAspect="1"/>
              </p:cNvSpPr>
              <p:nvPr/>
            </p:nvSpPr>
            <p:spPr>
              <a:xfrm rot="21432551">
                <a:off x="8074999" y="3116852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5" name="平行四边形 574"/>
              <p:cNvSpPr>
                <a:spLocks noChangeAspect="1"/>
              </p:cNvSpPr>
              <p:nvPr/>
            </p:nvSpPr>
            <p:spPr>
              <a:xfrm rot="21432551">
                <a:off x="7251808" y="3452580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6" name="平行四边形 575"/>
              <p:cNvSpPr>
                <a:spLocks noChangeAspect="1"/>
              </p:cNvSpPr>
              <p:nvPr/>
            </p:nvSpPr>
            <p:spPr>
              <a:xfrm rot="21432551">
                <a:off x="7751796" y="3432876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7" name="平行四边形 576"/>
              <p:cNvSpPr>
                <a:spLocks noChangeAspect="1"/>
              </p:cNvSpPr>
              <p:nvPr/>
            </p:nvSpPr>
            <p:spPr>
              <a:xfrm rot="21432551">
                <a:off x="7416943" y="3442211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8" name="平行四边形 577"/>
              <p:cNvSpPr>
                <a:spLocks noChangeAspect="1"/>
              </p:cNvSpPr>
              <p:nvPr/>
            </p:nvSpPr>
            <p:spPr>
              <a:xfrm rot="21432551">
                <a:off x="7416693" y="3346340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9" name="平行四边形 578"/>
              <p:cNvSpPr>
                <a:spLocks noChangeAspect="1"/>
              </p:cNvSpPr>
              <p:nvPr/>
            </p:nvSpPr>
            <p:spPr>
              <a:xfrm rot="21432551">
                <a:off x="7614714" y="3436436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0" name="平行四边形 579"/>
              <p:cNvSpPr>
                <a:spLocks noChangeAspect="1"/>
              </p:cNvSpPr>
              <p:nvPr/>
            </p:nvSpPr>
            <p:spPr>
              <a:xfrm rot="21432551">
                <a:off x="7884992" y="3305490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1" name="平行四边形 580"/>
              <p:cNvSpPr>
                <a:spLocks noChangeAspect="1"/>
              </p:cNvSpPr>
              <p:nvPr/>
            </p:nvSpPr>
            <p:spPr>
              <a:xfrm rot="21432551">
                <a:off x="7775268" y="3134040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2" name="平行四边形 581"/>
              <p:cNvSpPr>
                <a:spLocks noChangeAspect="1"/>
              </p:cNvSpPr>
              <p:nvPr/>
            </p:nvSpPr>
            <p:spPr>
              <a:xfrm rot="21432551">
                <a:off x="8077562" y="3174723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3" name="平行四边形 582"/>
              <p:cNvSpPr>
                <a:spLocks noChangeAspect="1"/>
              </p:cNvSpPr>
              <p:nvPr/>
            </p:nvSpPr>
            <p:spPr>
              <a:xfrm rot="21432551">
                <a:off x="7622986" y="3363475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4" name="平行四边形 583"/>
              <p:cNvSpPr>
                <a:spLocks noChangeAspect="1"/>
              </p:cNvSpPr>
              <p:nvPr/>
            </p:nvSpPr>
            <p:spPr>
              <a:xfrm rot="21432551">
                <a:off x="7759197" y="3239988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5" name="平行四边形 584"/>
              <p:cNvSpPr>
                <a:spLocks noChangeAspect="1"/>
              </p:cNvSpPr>
              <p:nvPr/>
            </p:nvSpPr>
            <p:spPr>
              <a:xfrm rot="21432551">
                <a:off x="7764311" y="3288367"/>
                <a:ext cx="110296" cy="36000"/>
              </a:xfrm>
              <a:prstGeom prst="parallelogram">
                <a:avLst>
                  <a:gd name="adj" fmla="val 160073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8" name="平行四边形 567"/>
            <p:cNvSpPr>
              <a:spLocks noChangeAspect="1"/>
            </p:cNvSpPr>
            <p:nvPr/>
          </p:nvSpPr>
          <p:spPr>
            <a:xfrm>
              <a:off x="8481701" y="4703167"/>
              <a:ext cx="110296" cy="36000"/>
            </a:xfrm>
            <a:prstGeom prst="parallelogram">
              <a:avLst>
                <a:gd name="adj" fmla="val 16007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右箭头 285"/>
            <p:cNvSpPr/>
            <p:nvPr/>
          </p:nvSpPr>
          <p:spPr>
            <a:xfrm>
              <a:off x="961009" y="3006283"/>
              <a:ext cx="540000" cy="144000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349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578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81</Words>
  <Application>Microsoft Office PowerPoint</Application>
  <PresentationFormat>宽屏</PresentationFormat>
  <Paragraphs>57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Chengshuai Yang</dc:creator>
  <cp:lastModifiedBy>Chengshuai Yang</cp:lastModifiedBy>
  <cp:revision>2</cp:revision>
  <dcterms:created xsi:type="dcterms:W3CDTF">2019-11-24T12:45:44Z</dcterms:created>
  <dcterms:modified xsi:type="dcterms:W3CDTF">2019-11-25T01:06:40Z</dcterms:modified>
</cp:coreProperties>
</file>